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2859-351B-1346-D3A0-8BAD3EE34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FB0AE-34A1-F600-EE92-225D26969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DD9BE-F9CA-D458-A538-D1F1605F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75992-C2D1-86BC-93FE-F3675D15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3A2C8-B5A1-A3A3-AF22-C1893636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5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B234-E7C2-28DA-000D-99952C1B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2CF16-E199-1B09-B6E3-D13F3F92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49FD-0E3B-D636-1554-F2079F49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6F0F-7F5B-6670-7E98-B6BFD3C7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5A042-E361-4D69-3CFA-59BC382F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E4C4-9CE5-F36F-A2E7-4FCD8BF1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2FE38-4061-FF11-4D1F-E4E5BE6F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8E1C-A591-12EA-C805-4F95FFF0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F3F0-46F1-6E55-8518-A88956AE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F8DB1-34E1-EA55-B17A-6E9FB883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7676-969E-3A9C-BCE3-1E22E8D9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9096-0285-AA54-1868-7EF9179D9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7AD53-561A-A8EA-734C-1319D0B4B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67C60-BFB6-6DC5-9AAB-215B9365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A1E6F-0091-6202-F260-2BBE6473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F19E-B098-F8BF-8550-C31D570F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4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3E4D-C534-9CB8-8EFF-75AC7C18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CBE44-025E-9A0C-226D-8121278B9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6442E-9A0B-2E80-F4C4-E4F827EE7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02EC0-D59F-BE87-26AD-99F5148C5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38CC2-3A13-38DB-1A38-CABACF761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3493F-DF6A-3085-3454-988E76C4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12F85-CE66-BA3B-B029-CB89D1C7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AF246-D469-0D02-1D1A-6D48F4F8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3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3403-35FB-F0D8-2362-817FB1CD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3E47A-38B4-9089-DBF7-BFC76B73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15F8C-A5DA-3170-61F9-3DA98073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0BEF2-B135-6522-F8A0-FB1416E5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8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5B9E3-836B-8266-14BD-4BCEBDDB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C8FE2-1907-4337-8F37-29A396C7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3B0A8-74C9-531D-4AEE-9581A9C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7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DFD4-71D9-D107-9658-B175A1215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25ADB-B4D2-44D8-F741-EB433BF0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C9573-D107-CD08-4796-EBF23B178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07EED-5C76-A2AA-2AC5-23979A49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7093-D265-E1C7-F5C0-279297F8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73240-7EC8-9A06-4820-660AD362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FB70-3584-DD35-8543-291449E5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E2682-B1B9-B70F-CA63-7AD2F9B02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6D1A-6555-95DA-9868-3C8C4AE9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74011-4B0B-C60B-808D-59A365A1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27A57-270B-F23B-1CD4-1F97EE2D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96B3E-682C-F83E-8FDC-4427AB45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4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1E4F-F31E-A65A-B01C-9CDB4EED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9BC5B-2B09-DCAE-0FCA-2C3B23F53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8EDCF-2BF1-9647-A12C-B4CC992C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4EBBD-1B79-FF8D-7DDE-C295D691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6004A-6649-69F1-5DA0-7612F8D6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5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A75F0-F11B-B66B-21A5-B538A0D8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45144-D113-33AE-1A89-5A1A7C5BB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7604-9F8F-5468-5E49-C3A05AD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707A9-4CC4-FE3B-3403-4EBC6EAB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A733-4AE3-F48A-0679-2CA0AD0F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2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B8E2B-7DFC-B0E0-6768-7A5A3167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6C327-E347-42BD-167C-F10513707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EEE0A-B266-931C-2816-117114F24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A12D8-5E78-4088-9C8D-E3DCF6355E8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89402-EAA2-F94B-6BEC-56BEDAE96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8254-5FFC-7CDC-A636-FD4253E24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31C45-2CA3-43ED-ABA4-5C8C26FE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7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1772F2-DBF7-696E-F1D7-5A380F887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504379" cy="69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4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B49F-C0E4-4F43-C40E-7125C90F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63912D-71B1-B63D-F789-9E16BD98D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963" y="0"/>
            <a:ext cx="12783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1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372CD-C1F9-8346-D64D-8A78BEDE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B3BDE-AF44-DFE6-FCC9-8AF4EBDC5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3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C0FF-BC0D-CE2F-0A91-032708F3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B48F8-D1BF-22E3-BEDD-2043B3C2E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964" y="-1"/>
            <a:ext cx="12977091" cy="68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2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BE5D-16E9-895A-4A83-B3C61045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C8595-B3AC-7317-7299-E86129B79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437" y="0"/>
            <a:ext cx="12902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6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291E1-3DC7-6E44-21D7-9FFC3F1F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0189F6-78C7-03DF-6B4F-B577CAEFF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0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9EAEB-2B70-E973-0284-5AF710F3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71529-A467-7712-0E69-0EAB759CC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1F0F4-4682-46BC-3FE8-22EA4CD0B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523" y="0"/>
            <a:ext cx="12923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6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60C5C-1BE2-BB96-0C05-D0908765F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2D50F1-5656-FDCF-A59A-ACF1E7C76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9D7FA9-72C2-B6B3-B336-0A53857C4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939" y="-1"/>
            <a:ext cx="12966412" cy="688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E7823-8798-E68D-1A79-320C4405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08718-A9EF-E499-778F-120C8D28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7" r="11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6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8E832-2782-9029-D657-3183C58A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45D46B-4179-2DF3-9AB7-191F617C7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BEF3F-6C5E-DAF9-0C77-A79DE875B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381" y="-5676"/>
            <a:ext cx="12921672" cy="686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7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C3784-38F7-2371-BB16-87C37F51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10DBE1-555E-6D28-F6E9-6F5D92DCA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615F6-3104-C5D5-CB59-A1BC0A2D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7855" y="-10735"/>
            <a:ext cx="12746182" cy="68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8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7E49A-3DD7-429A-13CF-4EF1E595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EE3A4-183D-E90E-82B4-92F0E3202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" r="164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5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4ED5D-5C85-8341-41DB-13A2BDA3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26EFD-20E3-0516-339B-31EF2BDD6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04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FF026-FB19-D63F-3558-2CFE3387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6A32D-A574-F728-58FE-7AFF08919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3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8BE09-19B7-E7C9-A33D-746BEA91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5BB8D-0AF4-8CB9-E940-0240EE661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 r="288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7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Giuliana Cocha</dc:creator>
  <cp:lastModifiedBy>Giuliana Cocha</cp:lastModifiedBy>
  <cp:revision>1</cp:revision>
  <dcterms:created xsi:type="dcterms:W3CDTF">2026-04-08T18:13:32Z</dcterms:created>
  <dcterms:modified xsi:type="dcterms:W3CDTF">2026-04-09T07:05:02Z</dcterms:modified>
</cp:coreProperties>
</file>